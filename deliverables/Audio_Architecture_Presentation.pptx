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ca7556bf14eea" /><Relationship Type="http://schemas.openxmlformats.org/officeDocument/2006/relationships/extended-properties" Target="/docProps/app.xml" Id="Re385272aa63041a5" /><Relationship Type="http://schemas.openxmlformats.org/officeDocument/2006/relationships/officeDocument" Target="/ppt/presentation.xml" Id="R2d16a0ca6ca8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4e5e1fca741bf"/>
  </p:sldMasterIdLst>
  <p:notesMasterIdLst>
    <p:notesMasterId xmlns:r="http://schemas.openxmlformats.org/officeDocument/2006/relationships" r:id="R1528a9395d25421a"/>
  </p:notesMasterIdLst>
  <p:sldIdLst>
    <p:sldId xmlns:r="http://schemas.openxmlformats.org/officeDocument/2006/relationships" id="256" r:id="R443a1cdfbcf644a0"/>
    <p:sldId xmlns:r="http://schemas.openxmlformats.org/officeDocument/2006/relationships" id="257" r:id="R5befddb184134c50"/>
    <p:sldId xmlns:r="http://schemas.openxmlformats.org/officeDocument/2006/relationships" id="258" r:id="Rf20b99c64b7f414c"/>
    <p:sldId xmlns:r="http://schemas.openxmlformats.org/officeDocument/2006/relationships" id="259" r:id="R3d654cbe8efd4eb8"/>
    <p:sldId xmlns:r="http://schemas.openxmlformats.org/officeDocument/2006/relationships" id="260" r:id="R3269fbcb1905496a"/>
    <p:sldId xmlns:r="http://schemas.openxmlformats.org/officeDocument/2006/relationships" id="261" r:id="Ra0345ef185c24c3a"/>
    <p:sldId xmlns:r="http://schemas.openxmlformats.org/officeDocument/2006/relationships" id="262" r:id="Re64cc666869d4852"/>
    <p:sldId xmlns:r="http://schemas.openxmlformats.org/officeDocument/2006/relationships" id="263" r:id="R0addfc69bf8948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281da7fbd48d0" /><Relationship Type="http://schemas.openxmlformats.org/officeDocument/2006/relationships/slideMaster" Target="/ppt/slideMasters/slideMaster1.xml" Id="Re1e4e5e1fca741bf" /><Relationship Type="http://schemas.openxmlformats.org/officeDocument/2006/relationships/notesMaster" Target="/ppt/notesMasters/notesMaster1.xml" Id="R1528a9395d25421a" /><Relationship Type="http://schemas.openxmlformats.org/officeDocument/2006/relationships/presProps" Target="/ppt/presProps.xml" Id="R0d9db7cf62bc40cd" /><Relationship Type="http://schemas.openxmlformats.org/officeDocument/2006/relationships/tableStyles" Target="/ppt/tableStyles.xml" Id="R9268f072569d417c" /><Relationship Type="http://schemas.openxmlformats.org/officeDocument/2006/relationships/slide" Target="/ppt/slides/slide1.xml" Id="R443a1cdfbcf644a0" /><Relationship Type="http://schemas.openxmlformats.org/officeDocument/2006/relationships/slide" Target="/ppt/slides/slide2.xml" Id="R5befddb184134c50" /><Relationship Type="http://schemas.openxmlformats.org/officeDocument/2006/relationships/slide" Target="/ppt/slides/slide3.xml" Id="Rf20b99c64b7f414c" /><Relationship Type="http://schemas.openxmlformats.org/officeDocument/2006/relationships/slide" Target="/ppt/slides/slide4.xml" Id="R3d654cbe8efd4eb8" /><Relationship Type="http://schemas.openxmlformats.org/officeDocument/2006/relationships/slide" Target="/ppt/slides/slide5.xml" Id="R3269fbcb1905496a" /><Relationship Type="http://schemas.openxmlformats.org/officeDocument/2006/relationships/slide" Target="/ppt/slides/slide6.xml" Id="Ra0345ef185c24c3a" /><Relationship Type="http://schemas.openxmlformats.org/officeDocument/2006/relationships/slide" Target="/ppt/slides/slide7.xml" Id="Re64cc666869d4852" /><Relationship Type="http://schemas.openxmlformats.org/officeDocument/2006/relationships/slide" Target="/ppt/slides/slide8.xml" Id="R0addfc69bf89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eee0545652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0ad5ce92b4eb6" /><Relationship Type="http://schemas.openxmlformats.org/officeDocument/2006/relationships/notesMaster" Target="/ppt/notesMasters/notesMaster1.xml" Id="Ra06a5e56ad7b43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3f53dc2b944710" /><Relationship Type="http://schemas.openxmlformats.org/officeDocument/2006/relationships/notesMaster" Target="/ppt/notesMasters/notesMaster1.xml" Id="Rc941d486499b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9a8c578d64903" /><Relationship Type="http://schemas.openxmlformats.org/officeDocument/2006/relationships/notesMaster" Target="/ppt/notesMasters/notesMaster1.xml" Id="Rcb9f707c5795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3f07867174a74" /><Relationship Type="http://schemas.openxmlformats.org/officeDocument/2006/relationships/notesMaster" Target="/ppt/notesMasters/notesMaster1.xml" Id="R63bb6bb7df8c4c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7e60c7803549dc" /><Relationship Type="http://schemas.openxmlformats.org/officeDocument/2006/relationships/notesMaster" Target="/ppt/notesMasters/notesMaster1.xml" Id="R515e878cab5e42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c77d90fa3b4f6d" /><Relationship Type="http://schemas.openxmlformats.org/officeDocument/2006/relationships/notesMaster" Target="/ppt/notesMasters/notesMaster1.xml" Id="R687ce9d2a9e248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656d341f66491a" /><Relationship Type="http://schemas.openxmlformats.org/officeDocument/2006/relationships/notesMaster" Target="/ppt/notesMasters/notesMaster1.xml" Id="R2b132179a85149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3664ad8cf44b1" /><Relationship Type="http://schemas.openxmlformats.org/officeDocument/2006/relationships/notesMaster" Target="/ppt/notesMasters/notesMaster1.xml" Id="Ra29afb6e0829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CCD_Miniproject_Synopsis.docx, backend/app/engine/optimizer.py, docs/TEST_RESULTS.json, terraform/, .github/workflows/ci-cd.yml. Audio previews synthesize motifs. The catalog contains demonstration metadata, and exported audio paths need supplied media. AWS deployment is not yet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f08f339d74b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c9f8ff4864f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38805efbb4c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d54f79fa943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b71a9a2d84c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c3efcef65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90348-6BBB-4A98-96DF-E99A25EE6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FD51BD-9DE7-4B76-867E-034432A2F3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3C849C-F625-4B7C-9539-E1DBA4301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CDF83-2EEA-4D17-8DA7-6AD61A40F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C6F55F-9076-4690-A1B0-BBFF9D9D2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562287-4AE0-4950-98F1-15E8DFC0B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E80835-3744-42F2-9371-EBBE5F7295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5012CF-9A4C-4AE0-B364-47FAA1798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824559-B725-44C6-B551-EAAF658F1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EF2E0A-C01C-4228-BE4B-88ED1B4C75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90568952a4d17" /><Relationship Type="http://schemas.openxmlformats.org/officeDocument/2006/relationships/slideLayout" Target="/ppt/slideLayouts/slideLayout1.xml" Id="Rfe9dc4e44db442f3" /><Relationship Type="http://schemas.openxmlformats.org/officeDocument/2006/relationships/slideLayout" Target="/ppt/slideLayouts/slideLayout2.xml" Id="R915084bbe43446f7" /><Relationship Type="http://schemas.openxmlformats.org/officeDocument/2006/relationships/slideLayout" Target="/ppt/slideLayouts/slideLayout3.xml" Id="Reebcec606f5a4fc3" /><Relationship Type="http://schemas.openxmlformats.org/officeDocument/2006/relationships/slideLayout" Target="/ppt/slideLayouts/slideLayout4.xml" Id="R3e2c623fa0e34a45" /><Relationship Type="http://schemas.openxmlformats.org/officeDocument/2006/relationships/slideLayout" Target="/ppt/slideLayouts/slideLayout5.xml" Id="R80db5b06aba04f0a" /><Relationship Type="http://schemas.openxmlformats.org/officeDocument/2006/relationships/slideLayout" Target="/ppt/slideLayouts/slideLayout6.xml" Id="Rccad38cd940943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dc4e44db442f3"/>
    <p:sldLayoutId xmlns:r="http://schemas.openxmlformats.org/officeDocument/2006/relationships" id="2147483650" r:id="R915084bbe43446f7"/>
    <p:sldLayoutId xmlns:r="http://schemas.openxmlformats.org/officeDocument/2006/relationships" id="2147483651" r:id="Reebcec606f5a4fc3"/>
    <p:sldLayoutId xmlns:r="http://schemas.openxmlformats.org/officeDocument/2006/relationships" id="2147483652" r:id="R3e2c623fa0e34a45"/>
    <p:sldLayoutId xmlns:r="http://schemas.openxmlformats.org/officeDocument/2006/relationships" id="2147483653" r:id="R80db5b06aba04f0a"/>
    <p:sldLayoutId xmlns:r="http://schemas.openxmlformats.org/officeDocument/2006/relationships" id="2147483654" r:id="Rccad38cd940943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4b24aa8604deb" /><Relationship Type="http://schemas.openxmlformats.org/officeDocument/2006/relationships/notesSlide" Target="/ppt/notesSlides/notesSlide1.xml" Id="R851f3702b67e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c2208e32d4f25" /><Relationship Type="http://schemas.openxmlformats.org/officeDocument/2006/relationships/notesSlide" Target="/ppt/notesSlides/notesSlide2.xml" Id="R4bb3f16362094e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1ba88d04a48f8" /><Relationship Type="http://schemas.openxmlformats.org/officeDocument/2006/relationships/notesSlide" Target="/ppt/notesSlides/notesSlide3.xml" Id="R28a712c05d3944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0e41163e84d99" /><Relationship Type="http://schemas.openxmlformats.org/officeDocument/2006/relationships/notesSlide" Target="/ppt/notesSlides/notesSlide4.xml" Id="R844d0a2c7f81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4cfe3b5c54341" /><Relationship Type="http://schemas.openxmlformats.org/officeDocument/2006/relationships/notesSlide" Target="/ppt/notesSlides/notesSlide5.xml" Id="R34e07073bf19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fee8bdc444b31" /><Relationship Type="http://schemas.openxmlformats.org/officeDocument/2006/relationships/notesSlide" Target="/ppt/notesSlides/notesSlide6.xml" Id="R7a2c0d85c8464c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dc3d745a74dcc" /><Relationship Type="http://schemas.openxmlformats.org/officeDocument/2006/relationships/notesSlide" Target="/ppt/notesSlides/notesSlide7.xml" Id="R707cf3ceb4a045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9590928384683" /><Relationship Type="http://schemas.openxmlformats.org/officeDocument/2006/relationships/notesSlide" Target="/ppt/notesSlides/notesSlide8.xml" Id="R2a3ce85d2ad243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5508-FB94-4269-80AB-0680FCB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 Architecture and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Playlist Structuring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4065-0BF8-41DA-A05F-ACA8C1FF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Cloud Computing and DevOps mini project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Team 6, Batch B2, Section B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Dipankar Banerjee, Pratham Shah and Vaibhav Bhatia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Supervisor: Dr. Soumya Nandan Mishra</a:t>
            </a:r>
          </a:p>
        </p:txBody>
      </p:sp>
    </p:spTree>
    <p:extLst>
      <p:ext uri="{BB962C8B-B14F-4D97-AF65-F5344CB8AC3E}">
        <p14:creationId xmlns:p14="http://schemas.microsoft.com/office/powerpoint/2010/main" val="1781305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F019-72F2-4253-9B83-6611824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8EC2E-DB76-4206-B678-F3F218E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Long sessions need an intentional energy curve.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Manual selection makes genre, tempo and key transitions difficult.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Users specify duration and desired energy, then receive a structured tracklist.</a:t>
            </a:r>
          </a:p>
        </p:txBody>
      </p:sp>
    </p:spTree>
    <p:extLst>
      <p:ext uri="{BB962C8B-B14F-4D97-AF65-F5344CB8AC3E}">
        <p14:creationId xmlns:p14="http://schemas.microsoft.com/office/powerpoint/2010/main" val="6832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3C827-4A20-47ED-ADAA-9418B7A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four synopsis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B234C-8B73-41D1-B977-AE47B6F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 dashboard captures duration, genres and energy control points.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Python API sequences tracks using energy, BPM and Camelot keys.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DynamoDB keeps playlists and generation history.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S3 stores M3U, JSON and CSV export artifacts.</a:t>
            </a:r>
          </a:p>
        </p:txBody>
      </p:sp>
    </p:spTree>
    <p:extLst>
      <p:ext uri="{BB962C8B-B14F-4D97-AF65-F5344CB8AC3E}">
        <p14:creationId xmlns:p14="http://schemas.microsoft.com/office/powerpoint/2010/main" val="1760741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6AF7-77E2-4773-87BB-7E6A14D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Playlist engine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5D3D5-5A4E-494D-88C2-4544AB88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Beam search keeps alternative paths with different finishing times.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Three samples per track measure fit across its duration.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Cached transition features reduce repeated calculations.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Final scoring balances duration accuracy and musical continuity.</a:t>
            </a:r>
          </a:p>
        </p:txBody>
      </p:sp>
    </p:spTree>
    <p:extLst>
      <p:ext uri="{BB962C8B-B14F-4D97-AF65-F5344CB8AC3E}">
        <p14:creationId xmlns:p14="http://schemas.microsoft.com/office/powerpoint/2010/main" val="697593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6FAB-B6F5-4D48-BE50-F21BEA8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5D4F9-F3D2-49EF-B9BD-5F343CA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BPM bounds and exclusions define the eligible catalog.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Repeat control supports longer sessions or unique tracklists.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Genre variety balances coverage with transition affinity.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Planned crossfade changes timing and records overlap metadata.</a:t>
            </a:r>
          </a:p>
        </p:txBody>
      </p:sp>
    </p:spTree>
    <p:extLst>
      <p:ext uri="{BB962C8B-B14F-4D97-AF65-F5344CB8AC3E}">
        <p14:creationId xmlns:p14="http://schemas.microsoft.com/office/powerpoint/2010/main" val="525842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53E82-6C8D-4731-9F2B-58DFF16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architecture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4C3A4-9101-4958-B7C8-6734E43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CloudFront serves the React application from private S3.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API Gateway invokes the packaged Python Lambda function.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Terraform defines infrastructure and uses an S3 state backend.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GitHub Actions tests, validates, deploys and checks the API.</a:t>
            </a:r>
          </a:p>
        </p:txBody>
      </p:sp>
    </p:spTree>
    <p:extLst>
      <p:ext uri="{BB962C8B-B14F-4D97-AF65-F5344CB8AC3E}">
        <p14:creationId xmlns:p14="http://schemas.microsoft.com/office/powerpoint/2010/main" val="1066811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F860B-55A1-468B-93D9-0A65EFD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local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12D2B-2FAF-4D25-9D78-0678E49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37 backend tests pass. Frontend lint and build pass.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HTTP generation, retrieval, history and all exports pass.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Across 12 scenarios, mean duration error changed from 29.1s to 6.7s.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The wider search costs more CPU time than the original engine.</a:t>
            </a:r>
          </a:p>
        </p:txBody>
      </p:sp>
    </p:spTree>
    <p:extLst>
      <p:ext uri="{BB962C8B-B14F-4D97-AF65-F5344CB8AC3E}">
        <p14:creationId xmlns:p14="http://schemas.microsoft.com/office/powerpoint/2010/main" val="243064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0F17E-1EBC-43A9-969F-CAC1FB76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and deployment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ACF93-4051-43F2-AE9D-98F2919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Demo: shape a curve, set preferences and generate a session.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Inspect target energy, actual tracks and transition diagnostics.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Load the saved result and export the tracklist.</a:t>
            </a:r>
          </a:p>
          <a:p xmlns:a="http://schemas.openxmlformats.org/drawingml/2006/main">
            <a: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AWS release requires a GitHub remote, OIDC role and state bucket.</a:t>
            </a:r>
          </a:p>
        </p:txBody>
      </p:sp>
    </p:spTree>
    <p:extLst>
      <p:ext uri="{BB962C8B-B14F-4D97-AF65-F5344CB8AC3E}">
        <p14:creationId xmlns:p14="http://schemas.microsoft.com/office/powerpoint/2010/main" val="566971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2026-10-12T13:19:51.9320000Z</dcterms:created>
  <dcterms:modified xsi:type="dcterms:W3CDTF">2026-10-12T13:19:51.9320000Z</dcterms:modified>
</coreProperties>
</file>