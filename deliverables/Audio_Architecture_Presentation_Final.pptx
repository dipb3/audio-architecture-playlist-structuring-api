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599ada4f3a4c79" /><Relationship Type="http://schemas.openxmlformats.org/officeDocument/2006/relationships/extended-properties" Target="/docProps/app.xml" Id="R74e7ab3b31c54b90" /><Relationship Type="http://schemas.openxmlformats.org/officeDocument/2006/relationships/officeDocument" Target="/ppt/presentation.xml" Id="Raa8d11711d114e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8772fd447b47b4"/>
  </p:sldMasterIdLst>
  <p:notesMasterIdLst>
    <p:notesMasterId xmlns:r="http://schemas.openxmlformats.org/officeDocument/2006/relationships" r:id="R1913345c4de543e1"/>
  </p:notesMasterIdLst>
  <p:sldIdLst>
    <p:sldId xmlns:r="http://schemas.openxmlformats.org/officeDocument/2006/relationships" id="256" r:id="R8ce9093092764667"/>
    <p:sldId xmlns:r="http://schemas.openxmlformats.org/officeDocument/2006/relationships" id="257" r:id="R6c41d31d099c41c2"/>
    <p:sldId xmlns:r="http://schemas.openxmlformats.org/officeDocument/2006/relationships" id="258" r:id="R6a2c718414084194"/>
    <p:sldId xmlns:r="http://schemas.openxmlformats.org/officeDocument/2006/relationships" id="259" r:id="R6a732c3654864a20"/>
    <p:sldId xmlns:r="http://schemas.openxmlformats.org/officeDocument/2006/relationships" id="260" r:id="Re2bd5cdeb6d547c9"/>
    <p:sldId xmlns:r="http://schemas.openxmlformats.org/officeDocument/2006/relationships" id="261" r:id="R94183d7e9bb84501"/>
    <p:sldId xmlns:r="http://schemas.openxmlformats.org/officeDocument/2006/relationships" id="262" r:id="Raf718f64a9264650"/>
    <p:sldId xmlns:r="http://schemas.openxmlformats.org/officeDocument/2006/relationships" id="263" r:id="R6189a886bdf444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2b4f8491774b5c" /><Relationship Type="http://schemas.openxmlformats.org/officeDocument/2006/relationships/slideMaster" Target="/ppt/slideMasters/slideMaster1.xml" Id="Rff8772fd447b47b4" /><Relationship Type="http://schemas.openxmlformats.org/officeDocument/2006/relationships/notesMaster" Target="/ppt/notesMasters/notesMaster1.xml" Id="R1913345c4de543e1" /><Relationship Type="http://schemas.openxmlformats.org/officeDocument/2006/relationships/presProps" Target="/ppt/presProps.xml" Id="Rcbbdefb4bac54abf" /><Relationship Type="http://schemas.openxmlformats.org/officeDocument/2006/relationships/tableStyles" Target="/ppt/tableStyles.xml" Id="R5b9f69cdbb44488d" /><Relationship Type="http://schemas.openxmlformats.org/officeDocument/2006/relationships/slide" Target="/ppt/slides/slide1.xml" Id="R8ce9093092764667" /><Relationship Type="http://schemas.openxmlformats.org/officeDocument/2006/relationships/slide" Target="/ppt/slides/slide2.xml" Id="R6c41d31d099c41c2" /><Relationship Type="http://schemas.openxmlformats.org/officeDocument/2006/relationships/slide" Target="/ppt/slides/slide3.xml" Id="R6a2c718414084194" /><Relationship Type="http://schemas.openxmlformats.org/officeDocument/2006/relationships/slide" Target="/ppt/slides/slide4.xml" Id="R6a732c3654864a20" /><Relationship Type="http://schemas.openxmlformats.org/officeDocument/2006/relationships/slide" Target="/ppt/slides/slide5.xml" Id="Re2bd5cdeb6d547c9" /><Relationship Type="http://schemas.openxmlformats.org/officeDocument/2006/relationships/slide" Target="/ppt/slides/slide6.xml" Id="R94183d7e9bb84501" /><Relationship Type="http://schemas.openxmlformats.org/officeDocument/2006/relationships/slide" Target="/ppt/slides/slide7.xml" Id="Raf718f64a9264650" /><Relationship Type="http://schemas.openxmlformats.org/officeDocument/2006/relationships/slide" Target="/ppt/slides/slide8.xml" Id="R6189a886bdf444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434cb8aaf94d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3ea5f4f2e140fe" /><Relationship Type="http://schemas.openxmlformats.org/officeDocument/2006/relationships/notesMaster" Target="/ppt/notesMasters/notesMaster1.xml" Id="Rd677b38f211c4a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5c7c9298de41b5" /><Relationship Type="http://schemas.openxmlformats.org/officeDocument/2006/relationships/notesMaster" Target="/ppt/notesMasters/notesMaster1.xml" Id="Rebe36ba4878649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62d820cf0544e7" /><Relationship Type="http://schemas.openxmlformats.org/officeDocument/2006/relationships/notesMaster" Target="/ppt/notesMasters/notesMaster1.xml" Id="Rcdfd41bede5647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0e62a46572460b" /><Relationship Type="http://schemas.openxmlformats.org/officeDocument/2006/relationships/notesMaster" Target="/ppt/notesMasters/notesMaster1.xml" Id="R5cbdae5e83e24d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ca7c688f6a4fe6" /><Relationship Type="http://schemas.openxmlformats.org/officeDocument/2006/relationships/notesMaster" Target="/ppt/notesMasters/notesMaster1.xml" Id="Re87ea43c1dde4e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0edb388b10450b" /><Relationship Type="http://schemas.openxmlformats.org/officeDocument/2006/relationships/notesMaster" Target="/ppt/notesMasters/notesMaster1.xml" Id="R5398552a798a48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eea7e03e3449a9" /><Relationship Type="http://schemas.openxmlformats.org/officeDocument/2006/relationships/notesMaster" Target="/ppt/notesMasters/notesMaster1.xml" Id="R426516d00c7b44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a725a1de514306" /><Relationship Type="http://schemas.openxmlformats.org/officeDocument/2006/relationships/notesMaster" Target="/ppt/notesMasters/notesMaster1.xml" Id="Raa8fdf31cb0540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implementation and docs/TEST_RESULTS.json, verified locally 22 October 2026. The 12-case engine comparison uses the original 48-track catalog. No AWS deployment has been verified. Custom tracks contain metadata only; M3U exports need user-supplied audio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implementation and docs/TEST_RESULTS.json, verified locally 22 October 2026. The 12-case engine comparison uses the original 48-track catalog. No AWS deployment has been verified. Custom tracks contain metadata only; M3U exports need user-supplied audio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implementation and docs/TEST_RESULTS.json, verified locally 22 October 2026. The 12-case engine comparison uses the original 48-track catalog. No AWS deployment has been verified. Custom tracks contain metadata only; M3U exports need user-supplied audio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implementation and docs/TEST_RESULTS.json, verified locally 22 October 2026. The 12-case engine comparison uses the original 48-track catalog. No AWS deployment has been verified. Custom tracks contain metadata only; M3U exports need user-supplied audio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implementation and docs/TEST_RESULTS.json, verified locally 22 October 2026. The 12-case engine comparison uses the original 48-track catalog. No AWS deployment has been verified. Custom tracks contain metadata only; M3U exports need user-supplied audio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implementation and docs/TEST_RESULTS.json, verified locally 22 October 2026. The 12-case engine comparison uses the original 48-track catalog. No AWS deployment has been verified. Custom tracks contain metadata only; M3U exports need user-supplied audio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implementation and docs/TEST_RESULTS.json, verified locally 22 October 2026. The 12-case engine comparison uses the original 48-track catalog. No AWS deployment has been verified. Custom tracks contain metadata only; M3U exports need user-supplied audio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implementation and docs/TEST_RESULTS.json, verified locally 22 October 2026. The 12-case engine comparison uses the original 48-track catalog. No AWS deployment has been verified. Custom tracks contain metadata only; M3U exports need user-supplied audio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8e2305b37149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97cc5a910343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b6f6c8e1c4e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8a1a483c5448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e2868b4204a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94b4d2fba44e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D90348-6BBB-4A98-96DF-E99A25EE63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FD51BD-9DE7-4B76-867E-034432A2F3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63C849C-F625-4B7C-9539-E1DBA4301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7CDF83-2EEA-4D17-8DA7-6AD61A40F5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C6F55F-9076-4690-A1B0-BBFF9D9D22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562287-4AE0-4950-98F1-15E8DFC0B3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E80835-3744-42F2-9371-EBBE5F7295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15012CF-9A4C-4AE0-B364-47FAA17982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824559-B725-44C6-B551-EAAF658F1A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EF2E0A-C01C-4228-BE4B-88ED1B4C75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f7f5c610c94563" /><Relationship Type="http://schemas.openxmlformats.org/officeDocument/2006/relationships/slideLayout" Target="/ppt/slideLayouts/slideLayout1.xml" Id="Rfa50cd87aefd4e67" /><Relationship Type="http://schemas.openxmlformats.org/officeDocument/2006/relationships/slideLayout" Target="/ppt/slideLayouts/slideLayout2.xml" Id="R73fe6ba2879e44b6" /><Relationship Type="http://schemas.openxmlformats.org/officeDocument/2006/relationships/slideLayout" Target="/ppt/slideLayouts/slideLayout3.xml" Id="Reace63d872fc4636" /><Relationship Type="http://schemas.openxmlformats.org/officeDocument/2006/relationships/slideLayout" Target="/ppt/slideLayouts/slideLayout4.xml" Id="R0e23a0646e2e4859" /><Relationship Type="http://schemas.openxmlformats.org/officeDocument/2006/relationships/slideLayout" Target="/ppt/slideLayouts/slideLayout5.xml" Id="R15ec7320c63a489c" /><Relationship Type="http://schemas.openxmlformats.org/officeDocument/2006/relationships/slideLayout" Target="/ppt/slideLayouts/slideLayout6.xml" Id="Rbc1ebc63c93e42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50cd87aefd4e67"/>
    <p:sldLayoutId xmlns:r="http://schemas.openxmlformats.org/officeDocument/2006/relationships" id="2147483650" r:id="R73fe6ba2879e44b6"/>
    <p:sldLayoutId xmlns:r="http://schemas.openxmlformats.org/officeDocument/2006/relationships" id="2147483651" r:id="Reace63d872fc4636"/>
    <p:sldLayoutId xmlns:r="http://schemas.openxmlformats.org/officeDocument/2006/relationships" id="2147483652" r:id="R0e23a0646e2e4859"/>
    <p:sldLayoutId xmlns:r="http://schemas.openxmlformats.org/officeDocument/2006/relationships" id="2147483653" r:id="R15ec7320c63a489c"/>
    <p:sldLayoutId xmlns:r="http://schemas.openxmlformats.org/officeDocument/2006/relationships" id="2147483654" r:id="Rbc1ebc63c93e42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c7c042110d4856" /><Relationship Type="http://schemas.openxmlformats.org/officeDocument/2006/relationships/notesSlide" Target="/ppt/notesSlides/notesSlide1.xml" Id="R79559480a86b45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6d11d4f1ae4734" /><Relationship Type="http://schemas.openxmlformats.org/officeDocument/2006/relationships/notesSlide" Target="/ppt/notesSlides/notesSlide2.xml" Id="Rb16290caa30b41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35f08e823c496e" /><Relationship Type="http://schemas.openxmlformats.org/officeDocument/2006/relationships/notesSlide" Target="/ppt/notesSlides/notesSlide3.xml" Id="R41057eafc73d49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c45099dcff4641" /><Relationship Type="http://schemas.openxmlformats.org/officeDocument/2006/relationships/notesSlide" Target="/ppt/notesSlides/notesSlide4.xml" Id="R82780b550fdf42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de946b2ab04f83" /><Relationship Type="http://schemas.openxmlformats.org/officeDocument/2006/relationships/notesSlide" Target="/ppt/notesSlides/notesSlide5.xml" Id="Rb2b038306c2c4c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00ad9d49d641fe" /><Relationship Type="http://schemas.openxmlformats.org/officeDocument/2006/relationships/notesSlide" Target="/ppt/notesSlides/notesSlide6.xml" Id="R25e8e8ca355e4b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3c073b69644e58" /><Relationship Type="http://schemas.openxmlformats.org/officeDocument/2006/relationships/notesSlide" Target="/ppt/notesSlides/notesSlide7.xml" Id="Rbe0808a50fd547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23339b15744a0f" /><Relationship Type="http://schemas.openxmlformats.org/officeDocument/2006/relationships/notesSlide" Target="/ppt/notesSlides/notesSlide8.xml" Id="R8ace08d90f5c40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05508-FB94-4269-80AB-0680FCB6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Audio Architecture and</a:t>
            </a:r>
          </a:p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Playlist Structuring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74065-0BF8-41DA-A05F-ACA8C1FF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66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Cloud Computing and DevOps mini project</a:t>
            </a:r>
          </a:p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Team 6, Batch B2, Section B</a:t>
            </a:r>
          </a:p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Dipankar Banerjee, Pratham Shah and Vaibhav Bhatia</a:t>
            </a:r>
          </a:p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Supervisor: Dr. Soumya Nandan Mishra</a:t>
            </a:r>
          </a:p>
        </p:txBody>
      </p:sp>
    </p:spTree>
    <p:extLst>
      <p:ext uri="{BB962C8B-B14F-4D97-AF65-F5344CB8AC3E}">
        <p14:creationId xmlns:p14="http://schemas.microsoft.com/office/powerpoint/2010/main" val="17813054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7F019-72F2-4253-9B83-6611824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curation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8EC2E-DB76-4206-B678-F3F218E9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Long sessions need an intentional energy curve.</a:t>
            </a:r>
          </a:p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Manual selection makes genre, tempo and key transitions difficult.</a:t>
            </a:r>
          </a:p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Users specify duration and desired energy, then receive a structured tracklist.</a:t>
            </a:r>
          </a:p>
        </p:txBody>
      </p:sp>
    </p:spTree>
    <p:extLst>
      <p:ext uri="{BB962C8B-B14F-4D97-AF65-F5344CB8AC3E}">
        <p14:creationId xmlns:p14="http://schemas.microsoft.com/office/powerpoint/2010/main" val="68327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3C827-4A20-47ED-ADAA-9418B7AF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four synopsis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B234C-8B73-41D1-B977-AE47B6FA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React builder captures duration, genres, energy shape and custom tracks.</a:t>
            </a:r>
          </a:p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Python API sequences tracks by energy, BPM, and Camelot compatibility.</a:t>
            </a:r>
          </a:p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Local storage keeps playlists; Terraform defines two DynamoDB tables.</a:t>
            </a:r>
          </a:p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M3U, JSON and CSV exports are built only from stored playlists.</a:t>
            </a:r>
          </a:p>
        </p:txBody>
      </p:sp>
    </p:spTree>
    <p:extLst>
      <p:ext uri="{BB962C8B-B14F-4D97-AF65-F5344CB8AC3E}">
        <p14:creationId xmlns:p14="http://schemas.microsoft.com/office/powerpoint/2010/main" val="17607418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86AF7-77E2-4773-87BB-7E6A14D0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Playlist engine improvements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5D3D5-5A4E-494D-88C2-4544AB88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Beam search keeps alternative paths with different finishing times.</a:t>
            </a:r>
          </a:p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Three samples per track measure fit across its duration.</a:t>
            </a:r>
          </a:p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Cached transition features reduce repeated calculations.</a:t>
            </a:r>
          </a:p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Final scoring balances duration accuracy and musical continuity.</a:t>
            </a:r>
          </a:p>
        </p:txBody>
      </p:sp>
    </p:spTree>
    <p:extLst>
      <p:ext uri="{BB962C8B-B14F-4D97-AF65-F5344CB8AC3E}">
        <p14:creationId xmlns:p14="http://schemas.microsoft.com/office/powerpoint/2010/main" val="697593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46FAB-B6F5-4D48-BE50-F21BEA83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Catalog and session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5D4F9-F3D2-49EF-B9BD-5F343CA6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118 fictional demo tracks across seven genres.</a:t>
            </a:r>
          </a:p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Four scenario starters exercise focus, movement, evening, and mixed sessions.</a:t>
            </a:r>
          </a:p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Users can add metadata-only songs and exclude catalog tracks.</a:t>
            </a:r>
          </a:p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Repeat, BPM, genre variety, and planned crossfade remain adjustable.</a:t>
            </a:r>
          </a:p>
        </p:txBody>
      </p:sp>
    </p:spTree>
    <p:extLst>
      <p:ext uri="{BB962C8B-B14F-4D97-AF65-F5344CB8AC3E}">
        <p14:creationId xmlns:p14="http://schemas.microsoft.com/office/powerpoint/2010/main" val="5258428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53E82-6C8D-4731-9F2B-58DFF160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Cloud architecture and release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4C3A4-9101-4958-B7C8-6734E433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Terraform defines CloudFront, private S3, API Gateway, Lambda, and DynamoDB.</a:t>
            </a:r>
          </a:p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GitHub Actions tests every push; API Gateway throttles to 5 req/s.</a:t>
            </a:r>
          </a:p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Gated deploy: approve the Terraform plan, then approve its apply.</a:t>
            </a:r>
          </a:p>
        </p:txBody>
      </p:sp>
    </p:spTree>
    <p:extLst>
      <p:ext uri="{BB962C8B-B14F-4D97-AF65-F5344CB8AC3E}">
        <p14:creationId xmlns:p14="http://schemas.microsoft.com/office/powerpoint/2010/main" val="1066811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F860B-55A1-468B-93D9-0A65EFD7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Measured local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12D2B-2FAF-4D25-9D78-0678E497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43 backend tests pass. Frontend lint and build pass.</a:t>
            </a:r>
          </a:p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Local HTTP custom-track CRUD, generation, history, and exports pass.</a:t>
            </a:r>
          </a:p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Across 12 historical 48-track cases, mean duration error changed from 29.1s to 6.7s.</a:t>
            </a:r>
          </a:p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The wider search costs more CPU time than the original engine.</a:t>
            </a:r>
          </a:p>
        </p:txBody>
      </p:sp>
    </p:spTree>
    <p:extLst>
      <p:ext uri="{BB962C8B-B14F-4D97-AF65-F5344CB8AC3E}">
        <p14:creationId xmlns:p14="http://schemas.microsoft.com/office/powerpoint/2010/main" val="2430649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0F17E-1EBC-43A9-969F-CAC1FB76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and deployment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ACF93-4051-43F2-AE9D-98F2919B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Demo: choose a scenario, generate, inspect trajectory and transitions.</a:t>
            </a:r>
          </a:p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Add custom song metadata and try another session.</a:t>
            </a:r>
          </a:p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Reload history and export the tracklist.</a:t>
            </a:r>
          </a:p>
          <a:p xmlns:a="http://schemas.openxmlformats.org/drawingml/2006/main">
            <a:pPr>
              <a:buNone/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CI checks pass; AWS deployment remains pending account setup.</a:t>
            </a:r>
          </a:p>
        </p:txBody>
      </p:sp>
    </p:spTree>
    <p:extLst>
      <p:ext uri="{BB962C8B-B14F-4D97-AF65-F5344CB8AC3E}">
        <p14:creationId xmlns:p14="http://schemas.microsoft.com/office/powerpoint/2010/main" val="5669716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2026-10-18T19:09:11.8080000Z</dcterms:created>
  <dcterms:modified xsi:type="dcterms:W3CDTF">2026-10-18T19:09:11.8080000Z</dcterms:modified>
</coreProperties>
</file>